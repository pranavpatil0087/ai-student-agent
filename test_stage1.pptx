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1"/>
  </p:notesMasterIdLst>
  <p:sldIdLst>
    <p:sldId id="256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I2zLJbBorCa+P19c3mKKKhhr2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2BD11-FDD8-74C9-49F8-802774F5E347}" v="2" dt="2026-08-07T09:32:16.973"/>
    <p1510:client id="{5A9F3A90-F323-ED72-57AB-07C039B4E74E}" v="1" dt="2026-08-07T11:12:43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cc608644-4827-441b-a3a0-f4e1fc786caf::" providerId="AD" clId="Web-{15C2BD11-FDD8-74C9-49F8-802774F5E347}"/>
    <pc:docChg chg="modSld">
      <pc:chgData name="Guest User" userId="S::urn:spo:tenantanon#cc608644-4827-441b-a3a0-f4e1fc786caf::" providerId="AD" clId="Web-{15C2BD11-FDD8-74C9-49F8-802774F5E347}" dt="2026-08-07T09:32:16.973" v="1" actId="1076"/>
      <pc:docMkLst>
        <pc:docMk/>
      </pc:docMkLst>
      <pc:sldChg chg="modSp">
        <pc:chgData name="Guest User" userId="S::urn:spo:tenantanon#cc608644-4827-441b-a3a0-f4e1fc786caf::" providerId="AD" clId="Web-{15C2BD11-FDD8-74C9-49F8-802774F5E347}" dt="2026-08-07T09:32:16.973" v="1" actId="1076"/>
        <pc:sldMkLst>
          <pc:docMk/>
          <pc:sldMk cId="1276881698" sldId="259"/>
        </pc:sldMkLst>
        <pc:picChg chg="mod">
          <ac:chgData name="Guest User" userId="S::urn:spo:tenantanon#cc608644-4827-441b-a3a0-f4e1fc786caf::" providerId="AD" clId="Web-{15C2BD11-FDD8-74C9-49F8-802774F5E347}" dt="2026-08-07T09:32:13.364" v="0" actId="14100"/>
          <ac:picMkLst>
            <pc:docMk/>
            <pc:sldMk cId="1276881698" sldId="259"/>
            <ac:picMk id="11" creationId="{35AA6430-8485-5565-7C1C-8DA41A08C577}"/>
          </ac:picMkLst>
        </pc:picChg>
        <pc:picChg chg="mod">
          <ac:chgData name="Guest User" userId="S::urn:spo:tenantanon#cc608644-4827-441b-a3a0-f4e1fc786caf::" providerId="AD" clId="Web-{15C2BD11-FDD8-74C9-49F8-802774F5E347}" dt="2026-08-07T09:32:16.973" v="1" actId="1076"/>
          <ac:picMkLst>
            <pc:docMk/>
            <pc:sldMk cId="1276881698" sldId="259"/>
            <ac:picMk id="17" creationId="{EC03C727-3469-0D18-06A7-E88E77F8BEBA}"/>
          </ac:picMkLst>
        </pc:picChg>
      </pc:sldChg>
    </pc:docChg>
  </pc:docChgLst>
  <pc:docChgLst>
    <pc:chgData name="Guest User" userId="S::urn:spo:tenantanon#cc608644-4827-441b-a3a0-f4e1fc786caf::" providerId="AD" clId="Web-{5A9F3A90-F323-ED72-57AB-07C039B4E74E}"/>
    <pc:docChg chg="modSld">
      <pc:chgData name="Guest User" userId="S::urn:spo:tenantanon#cc608644-4827-441b-a3a0-f4e1fc786caf::" providerId="AD" clId="Web-{5A9F3A90-F323-ED72-57AB-07C039B4E74E}" dt="2026-08-07T11:12:43.801" v="0" actId="14100"/>
      <pc:docMkLst>
        <pc:docMk/>
      </pc:docMkLst>
      <pc:sldChg chg="modSp">
        <pc:chgData name="Guest User" userId="S::urn:spo:tenantanon#cc608644-4827-441b-a3a0-f4e1fc786caf::" providerId="AD" clId="Web-{5A9F3A90-F323-ED72-57AB-07C039B4E74E}" dt="2026-08-07T11:12:43.801" v="0" actId="14100"/>
        <pc:sldMkLst>
          <pc:docMk/>
          <pc:sldMk cId="3247128239" sldId="264"/>
        </pc:sldMkLst>
        <pc:picChg chg="mod">
          <ac:chgData name="Guest User" userId="S::urn:spo:tenantanon#cc608644-4827-441b-a3a0-f4e1fc786caf::" providerId="AD" clId="Web-{5A9F3A90-F323-ED72-57AB-07C039B4E74E}" dt="2026-08-07T11:12:43.801" v="0" actId="14100"/>
          <ac:picMkLst>
            <pc:docMk/>
            <pc:sldMk cId="3247128239" sldId="264"/>
            <ac:picMk id="6" creationId="{333C2E20-2D78-4BA7-8B61-B73AD6181406}"/>
          </ac:picMkLst>
        </pc:picChg>
      </pc:sldChg>
    </pc:docChg>
  </pc:docChgLst>
  <pc:docChgLst>
    <pc:chgData name="ABHISHEK PATIL - 70532300014" userId="S::abhishek.patil014@nmims.in::4b116ed5-58f7-439c-9d2a-ade80a85f347" providerId="AD" clId="Web-{2873F982-49A8-D494-B29C-F435D711665E}"/>
    <pc:docChg chg="modSld">
      <pc:chgData name="ABHISHEK PATIL - 70532300014" userId="S::abhishek.patil014@nmims.in::4b116ed5-58f7-439c-9d2a-ade80a85f347" providerId="AD" clId="Web-{2873F982-49A8-D494-B29C-F435D711665E}" dt="2026-08-02T08:24:40.819" v="45"/>
      <pc:docMkLst>
        <pc:docMk/>
      </pc:docMkLst>
      <pc:sldChg chg="addSp delSp modSp">
        <pc:chgData name="ABHISHEK PATIL - 70532300014" userId="S::abhishek.patil014@nmims.in::4b116ed5-58f7-439c-9d2a-ade80a85f347" providerId="AD" clId="Web-{2873F982-49A8-D494-B29C-F435D711665E}" dt="2026-08-02T08:23:07.613" v="14"/>
        <pc:sldMkLst>
          <pc:docMk/>
          <pc:sldMk cId="0" sldId="258"/>
        </pc:sldMkLst>
      </pc:sldChg>
      <pc:sldChg chg="delSp">
        <pc:chgData name="ABHISHEK PATIL - 70532300014" userId="S::abhishek.patil014@nmims.in::4b116ed5-58f7-439c-9d2a-ade80a85f347" providerId="AD" clId="Web-{2873F982-49A8-D494-B29C-F435D711665E}" dt="2026-08-02T08:24:00.037" v="21"/>
        <pc:sldMkLst>
          <pc:docMk/>
          <pc:sldMk cId="2241894129" sldId="261"/>
        </pc:sldMkLst>
      </pc:sldChg>
      <pc:sldChg chg="addSp delSp modSp">
        <pc:chgData name="ABHISHEK PATIL - 70532300014" userId="S::abhishek.patil014@nmims.in::4b116ed5-58f7-439c-9d2a-ade80a85f347" providerId="AD" clId="Web-{2873F982-49A8-D494-B29C-F435D711665E}" dt="2026-08-02T08:23:47.677" v="20"/>
        <pc:sldMkLst>
          <pc:docMk/>
          <pc:sldMk cId="4067205852" sldId="265"/>
        </pc:sldMkLst>
        <pc:graphicFrameChg chg="add del mod modGraphic">
          <ac:chgData name="ABHISHEK PATIL - 70532300014" userId="S::abhishek.patil014@nmims.in::4b116ed5-58f7-439c-9d2a-ade80a85f347" providerId="AD" clId="Web-{2873F982-49A8-D494-B29C-F435D711665E}" dt="2026-08-02T08:23:47.677" v="20"/>
          <ac:graphicFrameMkLst>
            <pc:docMk/>
            <pc:sldMk cId="4067205852" sldId="265"/>
            <ac:graphicFrameMk id="6" creationId="{21246DB5-307E-974E-598D-60A1C686BAF7}"/>
          </ac:graphicFrameMkLst>
        </pc:graphicFrameChg>
      </pc:sldChg>
      <pc:sldChg chg="delSp modSp">
        <pc:chgData name="ABHISHEK PATIL - 70532300014" userId="S::abhishek.patil014@nmims.in::4b116ed5-58f7-439c-9d2a-ade80a85f347" providerId="AD" clId="Web-{2873F982-49A8-D494-B29C-F435D711665E}" dt="2026-08-02T08:24:40.819" v="45"/>
        <pc:sldMkLst>
          <pc:docMk/>
          <pc:sldMk cId="1062228274" sldId="266"/>
        </pc:sldMkLst>
      </pc:sldChg>
      <pc:sldChg chg="delSp">
        <pc:chgData name="ABHISHEK PATIL - 70532300014" userId="S::abhishek.patil014@nmims.in::4b116ed5-58f7-439c-9d2a-ade80a85f347" providerId="AD" clId="Web-{2873F982-49A8-D494-B29C-F435D711665E}" dt="2026-08-02T08:23:17.879" v="15"/>
        <pc:sldMkLst>
          <pc:docMk/>
          <pc:sldMk cId="1549260551" sldId="26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❑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536824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68680"/>
            <a:ext cx="914400" cy="9509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7451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3333"/>
                </a:solidFill>
                <a:latin typeface="Times New Roman"/>
              </a:defRPr>
            </a:pPr>
            <a:r>
              <a:t>Department of Information Technology</a:t>
            </a:r>
          </a:p>
          <a:p>
            <a:pPr algn="ct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Mukesh Patel School of Technology Management &amp; Engineering</a:t>
            </a:r>
          </a:p>
          <a:p>
            <a:pPr algn="ctr">
              <a:defRPr sz="1200">
                <a:solidFill>
                  <a:srgbClr val="666666"/>
                </a:solidFill>
                <a:latin typeface="Times New Roman"/>
              </a:defRPr>
            </a:pPr>
            <a:r>
              <a:t>SVKM's NMIMS Shirpur Campus | Academic Year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C312C"/>
                </a:solidFill>
                <a:latin typeface="Times New Roman"/>
              </a:defRPr>
            </a:pPr>
            <a:r>
              <a:t>Final Project Presentation</a:t>
            </a:r>
          </a:p>
          <a:p>
            <a:pPr algn="ct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on</a:t>
            </a:r>
          </a:p>
          <a:p>
            <a:pPr algn="ctr">
              <a:defRPr sz="2100" b="1">
                <a:solidFill>
                  <a:srgbClr val="333333"/>
                </a:solidFill>
                <a:latin typeface="Times New Roman"/>
              </a:defRPr>
            </a:pPr>
            <a:r>
              <a:t>“AI Student Agent: An Autonomous AI Learning Assistant for Real-Time Online Classes”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Aman Choudhary (70012300166)     2. Pranav Patil (70012400176)     3. Mohit Patil (70012400178)</a:t>
            </a:r>
          </a:p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br/>
            <a:r>
              <a:t>Under the Guidance of:</a:t>
            </a:r>
          </a:p>
          <a:p>
            <a:pPr algn="ctr">
              <a:defRPr sz="1200">
                <a:solidFill>
                  <a:srgbClr val="BC312C"/>
                </a:solidFill>
                <a:latin typeface="Times New Roman"/>
              </a:defRPr>
            </a:pPr>
            <a:r>
              <a:t>Dr. Pravin Landge (Faculty Mentor, Department of Information Technology)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D92F669E3BB948B2410459B382D1C1" ma:contentTypeVersion="11" ma:contentTypeDescription="Create a new document." ma:contentTypeScope="" ma:versionID="7510663aa7b24efaf97211c7f8cdffde">
  <xsd:schema xmlns:xsd="http://www.w3.org/2001/XMLSchema" xmlns:xs="http://www.w3.org/2001/XMLSchema" xmlns:p="http://schemas.microsoft.com/office/2006/metadata/properties" xmlns:ns2="d7c9eb7d-4314-4226-8597-6eaf917b036e" xmlns:ns3="d17ee105-614b-46f4-b521-c82c6223ede8" targetNamespace="http://schemas.microsoft.com/office/2006/metadata/properties" ma:root="true" ma:fieldsID="ad1d8a133e049bb4bc427b59dda25214" ns2:_="" ns3:_="">
    <xsd:import namespace="d7c9eb7d-4314-4226-8597-6eaf917b036e"/>
    <xsd:import namespace="d17ee105-614b-46f4-b521-c82c6223e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c9eb7d-4314-4226-8597-6eaf917b03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ee105-614b-46f4-b521-c82c6223ede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c0fb695-18a5-4f94-bbb8-e6f19f4f9594}" ma:internalName="TaxCatchAll" ma:showField="CatchAllData" ma:web="d17ee105-614b-46f4-b521-c82c6223e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c9eb7d-4314-4226-8597-6eaf917b036e">
      <Terms xmlns="http://schemas.microsoft.com/office/infopath/2007/PartnerControls"/>
    </lcf76f155ced4ddcb4097134ff3c332f>
    <TaxCatchAll xmlns="d17ee105-614b-46f4-b521-c82c6223ede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565BC3-E0E1-4978-9C9F-EA82FAA0CD30}">
  <ds:schemaRefs>
    <ds:schemaRef ds:uri="d17ee105-614b-46f4-b521-c82c6223ede8"/>
    <ds:schemaRef ds:uri="d7c9eb7d-4314-4226-8597-6eaf917b03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34B1264-973D-4CB8-8C3D-3E979FC41D2F}">
  <ds:schemaRefs>
    <ds:schemaRef ds:uri="d17ee105-614b-46f4-b521-c82c6223ede8"/>
    <ds:schemaRef ds:uri="d7c9eb7d-4314-4226-8597-6eaf917b036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06418F6-6918-428F-9FDD-39F7184874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1675</Words>
  <Application>Microsoft Office PowerPoint</Application>
  <PresentationFormat>On-screen Show (4:3)</PresentationFormat>
  <Paragraphs>217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Noto Sans Symbols</vt:lpstr>
      <vt:lpstr>Times New Roman</vt:lpstr>
      <vt:lpstr>MPSTME</vt:lpstr>
      <vt:lpstr>PowerPoint Presentation</vt:lpstr>
      <vt:lpstr>Problem Statement</vt:lpstr>
      <vt:lpstr>PowerPoint Presentation</vt:lpstr>
      <vt:lpstr>Motivation and Need of the Project</vt:lpstr>
      <vt:lpstr>Objectives</vt:lpstr>
      <vt:lpstr>Scope Of The Project</vt:lpstr>
      <vt:lpstr>PowerPoint Presentation</vt:lpstr>
      <vt:lpstr>Literature Review</vt:lpstr>
      <vt:lpstr>Proposed Methodology</vt:lpstr>
      <vt:lpstr>Tools, Technologies, Software and Hardware</vt:lpstr>
      <vt:lpstr>Feasibility of Implementation</vt:lpstr>
      <vt:lpstr>Project Development Timeline (Gantt Chart)</vt:lpstr>
      <vt:lpstr>Expected Outcomes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B.Tech. / MBA Tech. (----Name of Stream----) Semester: II/IV  Course: Community Services Academic Year: 2021-22</dc:title>
  <dc:creator>Dhirendra Mishra</dc:creator>
  <cp:lastModifiedBy>Abhishek Patil</cp:lastModifiedBy>
  <cp:revision>8</cp:revision>
  <dcterms:created xsi:type="dcterms:W3CDTF">2017-04-11T09:48:28Z</dcterms:created>
  <dcterms:modified xsi:type="dcterms:W3CDTF">2026-08-07T20:10:20Z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0x010100ADD92F669E3BB948B2410459B382D1C1</vt:lpwstr>
  </property>
</Properties>
</file>